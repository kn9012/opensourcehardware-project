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65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6/3/2022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9.png"/><Relationship Id="rId18" Type="http://schemas.openxmlformats.org/officeDocument/2006/relationships/image" Target="../media/image34.png"/><Relationship Id="rId3" Type="http://schemas.openxmlformats.org/officeDocument/2006/relationships/image" Target="../media/image28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3.png"/><Relationship Id="rId2" Type="http://schemas.openxmlformats.org/officeDocument/2006/relationships/image" Target="../media/image16.png"/><Relationship Id="rId16" Type="http://schemas.openxmlformats.org/officeDocument/2006/relationships/image" Target="../media/image32.pn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31.png"/><Relationship Id="rId10" Type="http://schemas.openxmlformats.org/officeDocument/2006/relationships/image" Target="../media/image23.png"/><Relationship Id="rId19" Type="http://schemas.openxmlformats.org/officeDocument/2006/relationships/image" Target="../media/image35.png"/><Relationship Id="rId4" Type="http://schemas.openxmlformats.org/officeDocument/2006/relationships/image" Target="../media/image17.png"/><Relationship Id="rId9" Type="http://schemas.openxmlformats.org/officeDocument/2006/relationships/image" Target="../media/image29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9.png"/><Relationship Id="rId18" Type="http://schemas.openxmlformats.org/officeDocument/2006/relationships/image" Target="../media/image43.png"/><Relationship Id="rId3" Type="http://schemas.openxmlformats.org/officeDocument/2006/relationships/image" Target="../media/image16.png"/><Relationship Id="rId21" Type="http://schemas.openxmlformats.org/officeDocument/2006/relationships/image" Target="../media/image4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37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24" Type="http://schemas.openxmlformats.org/officeDocument/2006/relationships/image" Target="../media/image49.png"/><Relationship Id="rId5" Type="http://schemas.openxmlformats.org/officeDocument/2006/relationships/image" Target="../media/image18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23.png"/><Relationship Id="rId19" Type="http://schemas.openxmlformats.org/officeDocument/2006/relationships/image" Target="../media/image44.png"/><Relationship Id="rId4" Type="http://schemas.openxmlformats.org/officeDocument/2006/relationships/image" Target="../media/image17.png"/><Relationship Id="rId9" Type="http://schemas.openxmlformats.org/officeDocument/2006/relationships/image" Target="../media/image38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9.png"/><Relationship Id="rId18" Type="http://schemas.openxmlformats.org/officeDocument/2006/relationships/image" Target="../media/image5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52.png"/><Relationship Id="rId17" Type="http://schemas.openxmlformats.org/officeDocument/2006/relationships/image" Target="../media/image56.png"/><Relationship Id="rId2" Type="http://schemas.openxmlformats.org/officeDocument/2006/relationships/image" Target="../media/image16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54.png"/><Relationship Id="rId10" Type="http://schemas.openxmlformats.org/officeDocument/2006/relationships/image" Target="../media/image24.png"/><Relationship Id="rId19" Type="http://schemas.openxmlformats.org/officeDocument/2006/relationships/image" Target="../media/image58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25.png"/><Relationship Id="rId2" Type="http://schemas.openxmlformats.org/officeDocument/2006/relationships/image" Target="../media/image63.png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24.png"/><Relationship Id="rId5" Type="http://schemas.openxmlformats.org/officeDocument/2006/relationships/image" Target="../media/image66.png"/><Relationship Id="rId15" Type="http://schemas.openxmlformats.org/officeDocument/2006/relationships/image" Target="../media/image72.png"/><Relationship Id="rId10" Type="http://schemas.openxmlformats.org/officeDocument/2006/relationships/image" Target="../media/image23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2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24.png"/><Relationship Id="rId5" Type="http://schemas.openxmlformats.org/officeDocument/2006/relationships/image" Target="../media/image66.png"/><Relationship Id="rId10" Type="http://schemas.openxmlformats.org/officeDocument/2006/relationships/image" Target="../media/image23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9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2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24.png"/><Relationship Id="rId5" Type="http://schemas.openxmlformats.org/officeDocument/2006/relationships/image" Target="../media/image66.png"/><Relationship Id="rId10" Type="http://schemas.openxmlformats.org/officeDocument/2006/relationships/image" Target="../media/image23.png"/><Relationship Id="rId4" Type="http://schemas.openxmlformats.org/officeDocument/2006/relationships/image" Target="../media/image65.png"/><Relationship Id="rId9" Type="http://schemas.openxmlformats.org/officeDocument/2006/relationships/image" Target="../media/image77.png"/><Relationship Id="rId14" Type="http://schemas.openxmlformats.org/officeDocument/2006/relationships/image" Target="../media/image7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.png"/><Relationship Id="rId3" Type="http://schemas.openxmlformats.org/officeDocument/2006/relationships/image" Target="../media/image83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24.png"/><Relationship Id="rId5" Type="http://schemas.openxmlformats.org/officeDocument/2006/relationships/image" Target="../media/image85.png"/><Relationship Id="rId15" Type="http://schemas.openxmlformats.org/officeDocument/2006/relationships/image" Target="../media/image89.png"/><Relationship Id="rId10" Type="http://schemas.openxmlformats.org/officeDocument/2006/relationships/image" Target="../media/image23.png"/><Relationship Id="rId4" Type="http://schemas.openxmlformats.org/officeDocument/2006/relationships/image" Target="../media/image84.png"/><Relationship Id="rId9" Type="http://schemas.openxmlformats.org/officeDocument/2006/relationships/image" Target="../media/image87.png"/><Relationship Id="rId14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12" Type="http://schemas.openxmlformats.org/officeDocument/2006/relationships/image" Target="../media/image9.png"/><Relationship Id="rId17" Type="http://schemas.openxmlformats.org/officeDocument/2006/relationships/image" Target="../media/image95.png"/><Relationship Id="rId2" Type="http://schemas.openxmlformats.org/officeDocument/2006/relationships/image" Target="../media/image83.png"/><Relationship Id="rId16" Type="http://schemas.openxmlformats.org/officeDocument/2006/relationships/image" Target="../media/image94.png"/><Relationship Id="rId20" Type="http://schemas.openxmlformats.org/officeDocument/2006/relationships/image" Target="../media/image9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67.png"/><Relationship Id="rId15" Type="http://schemas.openxmlformats.org/officeDocument/2006/relationships/image" Target="../media/image93.png"/><Relationship Id="rId10" Type="http://schemas.openxmlformats.org/officeDocument/2006/relationships/image" Target="../media/image24.png"/><Relationship Id="rId19" Type="http://schemas.openxmlformats.org/officeDocument/2006/relationships/image" Target="../media/image97.png"/><Relationship Id="rId4" Type="http://schemas.openxmlformats.org/officeDocument/2006/relationships/image" Target="../media/image85.png"/><Relationship Id="rId9" Type="http://schemas.openxmlformats.org/officeDocument/2006/relationships/image" Target="../media/image23.png"/><Relationship Id="rId14" Type="http://schemas.openxmlformats.org/officeDocument/2006/relationships/image" Target="../media/image9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26.png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12" Type="http://schemas.openxmlformats.org/officeDocument/2006/relationships/image" Target="../media/image9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67.png"/><Relationship Id="rId10" Type="http://schemas.openxmlformats.org/officeDocument/2006/relationships/image" Target="../media/image24.png"/><Relationship Id="rId4" Type="http://schemas.openxmlformats.org/officeDocument/2006/relationships/image" Target="../media/image85.png"/><Relationship Id="rId9" Type="http://schemas.openxmlformats.org/officeDocument/2006/relationships/image" Target="../media/image23.png"/><Relationship Id="rId14" Type="http://schemas.openxmlformats.org/officeDocument/2006/relationships/image" Target="../media/image10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131001" y="4761087"/>
            <a:ext cx="8203167" cy="637757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426825" y="1717967"/>
            <a:ext cx="9338831" cy="7304222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35363" y="8608868"/>
            <a:ext cx="4672558" cy="553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61164" y="2187688"/>
            <a:ext cx="874057" cy="5196809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351850" y="1893176"/>
            <a:ext cx="4364164" cy="182248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719754" y="4514287"/>
            <a:ext cx="2823652" cy="613576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719754" y="6614687"/>
            <a:ext cx="2584776" cy="61357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2522541" y="3605104"/>
            <a:ext cx="3826087" cy="313458"/>
            <a:chOff x="2522541" y="3605104"/>
            <a:chExt cx="3826087" cy="31345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22541" y="3605104"/>
              <a:ext cx="3826087" cy="31345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2694224" y="5222544"/>
            <a:ext cx="9271840" cy="43148"/>
            <a:chOff x="2694224" y="5222544"/>
            <a:chExt cx="9271840" cy="4314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16200000">
              <a:off x="2694224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717849" y="2431039"/>
            <a:ext cx="2128938" cy="6135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47755" y="2912556"/>
            <a:ext cx="4410238" cy="481913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97073" y="4556435"/>
            <a:ext cx="2765630" cy="145953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54394" y="5106869"/>
            <a:ext cx="2853359" cy="457421"/>
            <a:chOff x="4954394" y="5106869"/>
            <a:chExt cx="2853359" cy="4574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6200000">
              <a:off x="4954394" y="5106869"/>
              <a:ext cx="2853359" cy="45742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317897" y="5272538"/>
            <a:ext cx="2857678" cy="121765"/>
            <a:chOff x="9317897" y="5272538"/>
            <a:chExt cx="2857678" cy="121765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6200000">
              <a:off x="9317897" y="5272538"/>
              <a:ext cx="2857678" cy="121765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445239" y="4251963"/>
            <a:ext cx="2304663" cy="2201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3244" y="2988581"/>
            <a:ext cx="3246877" cy="79886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7994" y="961146"/>
            <a:ext cx="4431976" cy="1332176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78967" y="1467720"/>
            <a:ext cx="2220455" cy="645112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360" y="619187"/>
            <a:ext cx="1747632" cy="185573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4018344"/>
            <a:ext cx="3205281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890211"/>
            <a:ext cx="2975928" cy="6915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48487" y="3073839"/>
            <a:ext cx="2112528" cy="61009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595695" y="4075836"/>
            <a:ext cx="11822440" cy="4232673"/>
            <a:chOff x="5595695" y="4075836"/>
            <a:chExt cx="11822440" cy="4232673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95695" y="4075836"/>
              <a:ext cx="11822440" cy="4232673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546173" y="6117253"/>
            <a:ext cx="9737548" cy="1133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3244" y="2988581"/>
            <a:ext cx="3246877" cy="79886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565337" y="3822318"/>
            <a:ext cx="6471662" cy="2393319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87994" y="961146"/>
            <a:ext cx="4431976" cy="1332176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78967" y="1467720"/>
            <a:ext cx="2220455" cy="645112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00360" y="619187"/>
            <a:ext cx="1747632" cy="185573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018344"/>
            <a:ext cx="3205281" cy="6915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7788" y="4890211"/>
            <a:ext cx="2975928" cy="691576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48487" y="3073839"/>
            <a:ext cx="2185461" cy="61009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2424500" y="2956548"/>
            <a:ext cx="5147826" cy="6618955"/>
            <a:chOff x="12424500" y="2956548"/>
            <a:chExt cx="5147826" cy="6618955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424500" y="2956548"/>
              <a:ext cx="5147826" cy="6618955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4157276" y="3799415"/>
            <a:ext cx="1615234" cy="434587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3607674" y="5367858"/>
            <a:ext cx="2230653" cy="363672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3380727" y="6954794"/>
            <a:ext cx="2651653" cy="434587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4314417" y="8619551"/>
            <a:ext cx="2384930" cy="434587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5600579" y="6720000"/>
            <a:ext cx="6330849" cy="2266572"/>
            <a:chOff x="5600579" y="6720000"/>
            <a:chExt cx="6330849" cy="2266572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00579" y="6720000"/>
              <a:ext cx="6330849" cy="2266572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6146230" y="7547659"/>
            <a:ext cx="5449261" cy="1135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5621283" y="4268503"/>
            <a:ext cx="11736232" cy="4943201"/>
            <a:chOff x="5621283" y="4268503"/>
            <a:chExt cx="11736232" cy="4943201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1283" y="4268503"/>
              <a:ext cx="11736232" cy="4943201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3244" y="2988581"/>
            <a:ext cx="3246877" cy="798868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87994" y="961146"/>
            <a:ext cx="4431976" cy="13321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878967" y="1467720"/>
            <a:ext cx="2220455" cy="645112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00360" y="619187"/>
            <a:ext cx="1747632" cy="185573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018344"/>
            <a:ext cx="3205281" cy="69157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37788" y="4890211"/>
            <a:ext cx="2975928" cy="691576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48487" y="3073839"/>
            <a:ext cx="2122052" cy="610090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6050391" y="7009332"/>
            <a:ext cx="1712335" cy="866383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6073304" y="6678953"/>
            <a:ext cx="3870372" cy="75032"/>
            <a:chOff x="6073304" y="6678953"/>
            <a:chExt cx="3870372" cy="75032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6200000">
              <a:off x="6073304" y="6678953"/>
              <a:ext cx="3870372" cy="75032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368666" y="6692723"/>
            <a:ext cx="3870372" cy="75032"/>
            <a:chOff x="8368666" y="6692723"/>
            <a:chExt cx="3870372" cy="75032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6200000">
              <a:off x="8368666" y="6692723"/>
              <a:ext cx="3870372" cy="75032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0577307" y="6678953"/>
            <a:ext cx="3870372" cy="75032"/>
            <a:chOff x="10577307" y="6678953"/>
            <a:chExt cx="3870372" cy="75032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6200000">
              <a:off x="10577307" y="6678953"/>
              <a:ext cx="3870372" cy="7503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2817228" y="6678953"/>
            <a:ext cx="3870372" cy="75032"/>
            <a:chOff x="12817228" y="6678953"/>
            <a:chExt cx="3870372" cy="75032"/>
          </a:xfrm>
        </p:grpSpPr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 rot="-16200000">
              <a:off x="12817228" y="6678953"/>
              <a:ext cx="3870372" cy="75032"/>
            </a:xfrm>
            <a:prstGeom prst="rect">
              <a:avLst/>
            </a:prstGeom>
          </p:spPr>
        </p:pic>
      </p:grpSp>
      <p:pic>
        <p:nvPicPr>
          <p:cNvPr id="37" name="Object 36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8295078" y="7037907"/>
            <a:ext cx="1603154" cy="812954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2609207" y="7008319"/>
            <a:ext cx="2076116" cy="1185974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5063278" y="7009335"/>
            <a:ext cx="1641097" cy="1185964"/>
          </a:xfrm>
          <a:prstGeom prst="rect">
            <a:avLst/>
          </a:prstGeom>
        </p:spPr>
      </p:pic>
      <p:grpSp>
        <p:nvGrpSpPr>
          <p:cNvPr id="1010" name="그룹 1010"/>
          <p:cNvGrpSpPr/>
          <p:nvPr/>
        </p:nvGrpSpPr>
        <p:grpSpPr>
          <a:xfrm>
            <a:off x="8382653" y="5341560"/>
            <a:ext cx="668670" cy="1195032"/>
            <a:chOff x="8382653" y="5341560"/>
            <a:chExt cx="668670" cy="1195032"/>
          </a:xfrm>
        </p:grpSpPr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82653" y="5341560"/>
              <a:ext cx="668670" cy="1195032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6202734" y="5370302"/>
            <a:ext cx="1352771" cy="1164506"/>
            <a:chOff x="6202734" y="5370302"/>
            <a:chExt cx="1352771" cy="1164506"/>
          </a:xfrm>
        </p:grpSpPr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02734" y="5370302"/>
              <a:ext cx="1352771" cy="1164506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9104081" y="5904641"/>
            <a:ext cx="959004" cy="854510"/>
            <a:chOff x="9104081" y="5904641"/>
            <a:chExt cx="959004" cy="854510"/>
          </a:xfrm>
        </p:grpSpPr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104081" y="5904641"/>
              <a:ext cx="959004" cy="854510"/>
            </a:xfrm>
            <a:prstGeom prst="rect">
              <a:avLst/>
            </a:prstGeom>
          </p:spPr>
        </p:pic>
      </p:grpSp>
      <p:grpSp>
        <p:nvGrpSpPr>
          <p:cNvPr id="1013" name="그룹 1013"/>
          <p:cNvGrpSpPr/>
          <p:nvPr/>
        </p:nvGrpSpPr>
        <p:grpSpPr>
          <a:xfrm>
            <a:off x="13118659" y="5287026"/>
            <a:ext cx="1119224" cy="1447816"/>
            <a:chOff x="13118659" y="5287026"/>
            <a:chExt cx="1119224" cy="1447816"/>
          </a:xfrm>
        </p:grpSpPr>
        <p:pic>
          <p:nvPicPr>
            <p:cNvPr id="50" name="Object 49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3118659" y="5287026"/>
              <a:ext cx="1119224" cy="1447816"/>
            </a:xfrm>
            <a:prstGeom prst="rect">
              <a:avLst/>
            </a:prstGeom>
          </p:spPr>
        </p:pic>
      </p:grpSp>
      <p:grpSp>
        <p:nvGrpSpPr>
          <p:cNvPr id="1014" name="그룹 1014"/>
          <p:cNvGrpSpPr/>
          <p:nvPr/>
        </p:nvGrpSpPr>
        <p:grpSpPr>
          <a:xfrm>
            <a:off x="15259309" y="5336973"/>
            <a:ext cx="1265394" cy="1412654"/>
            <a:chOff x="15259309" y="5336973"/>
            <a:chExt cx="1265394" cy="1412654"/>
          </a:xfrm>
        </p:grpSpPr>
        <p:pic>
          <p:nvPicPr>
            <p:cNvPr id="53" name="Object 52"/>
            <p:cNvPicPr>
              <a:picLocks noChangeAspect="1"/>
            </p:cNvPicPr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259309" y="5336973"/>
              <a:ext cx="1265394" cy="1412654"/>
            </a:xfrm>
            <a:prstGeom prst="rect">
              <a:avLst/>
            </a:prstGeom>
          </p:spPr>
        </p:pic>
      </p:grpSp>
      <p:pic>
        <p:nvPicPr>
          <p:cNvPr id="55" name="Object 54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0594004" y="6907321"/>
            <a:ext cx="1522830" cy="1185973"/>
          </a:xfrm>
          <a:prstGeom prst="rect">
            <a:avLst/>
          </a:prstGeom>
        </p:spPr>
      </p:pic>
      <p:grpSp>
        <p:nvGrpSpPr>
          <p:cNvPr id="1015" name="그룹 1015"/>
          <p:cNvGrpSpPr/>
          <p:nvPr/>
        </p:nvGrpSpPr>
        <p:grpSpPr>
          <a:xfrm>
            <a:off x="10733632" y="5404931"/>
            <a:ext cx="1424787" cy="1090561"/>
            <a:chOff x="10733632" y="5404931"/>
            <a:chExt cx="1424787" cy="1090561"/>
          </a:xfrm>
        </p:grpSpPr>
        <p:pic>
          <p:nvPicPr>
            <p:cNvPr id="57" name="Object 56"/>
            <p:cNvPicPr>
              <a:picLocks noChangeAspect="1"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733632" y="5404931"/>
              <a:ext cx="1424787" cy="109056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3244" y="2988581"/>
            <a:ext cx="3246877" cy="79886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7994" y="961146"/>
            <a:ext cx="4431976" cy="1332176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78967" y="1467720"/>
            <a:ext cx="2220455" cy="645112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360" y="619187"/>
            <a:ext cx="1747632" cy="185573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4018344"/>
            <a:ext cx="3205281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890211"/>
            <a:ext cx="2975928" cy="6915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48487" y="3073839"/>
            <a:ext cx="1501947" cy="610090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717199" y="4069771"/>
            <a:ext cx="3775860" cy="2787057"/>
            <a:chOff x="5717199" y="4069771"/>
            <a:chExt cx="3775860" cy="2787057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17199" y="4069771"/>
              <a:ext cx="3775860" cy="2787057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8298552" y="7045595"/>
            <a:ext cx="2834443" cy="2834443"/>
            <a:chOff x="8298552" y="7045595"/>
            <a:chExt cx="2834443" cy="2834443"/>
          </a:xfrm>
        </p:grpSpPr>
        <p:pic>
          <p:nvPicPr>
            <p:cNvPr id="25" name="Object 2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98552" y="7045595"/>
              <a:ext cx="2834443" cy="2834443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8233571" y="6573462"/>
            <a:ext cx="842619" cy="829980"/>
            <a:chOff x="8233571" y="6573462"/>
            <a:chExt cx="842619" cy="82998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33571" y="6573462"/>
              <a:ext cx="842619" cy="829980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14988758" y="6856828"/>
            <a:ext cx="3405486" cy="3596610"/>
            <a:chOff x="14988758" y="6856828"/>
            <a:chExt cx="3405486" cy="3596610"/>
          </a:xfrm>
        </p:grpSpPr>
        <p:pic>
          <p:nvPicPr>
            <p:cNvPr id="31" name="Object 30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988758" y="6856828"/>
              <a:ext cx="3405486" cy="3596610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11603385" y="2931002"/>
            <a:ext cx="2993689" cy="2763405"/>
            <a:chOff x="11603385" y="2931002"/>
            <a:chExt cx="2993689" cy="2763405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603385" y="2931002"/>
              <a:ext cx="2993689" cy="2763405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1531244" y="7785386"/>
            <a:ext cx="1720926" cy="1018299"/>
            <a:chOff x="11531244" y="7785386"/>
            <a:chExt cx="1720926" cy="1018299"/>
          </a:xfrm>
        </p:grpSpPr>
        <p:pic>
          <p:nvPicPr>
            <p:cNvPr id="37" name="Object 36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 rot="-1020000">
              <a:off x="11531244" y="7785386"/>
              <a:ext cx="1720926" cy="1018299"/>
            </a:xfrm>
            <a:prstGeom prst="rect">
              <a:avLst/>
            </a:prstGeom>
          </p:spPr>
        </p:pic>
      </p:grpSp>
      <p:grpSp>
        <p:nvGrpSpPr>
          <p:cNvPr id="1011" name="그룹 1011"/>
          <p:cNvGrpSpPr/>
          <p:nvPr/>
        </p:nvGrpSpPr>
        <p:grpSpPr>
          <a:xfrm>
            <a:off x="10120722" y="4465763"/>
            <a:ext cx="1044541" cy="1038780"/>
            <a:chOff x="10120722" y="4465763"/>
            <a:chExt cx="1044541" cy="1038780"/>
          </a:xfrm>
        </p:grpSpPr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 rot="1560000">
              <a:off x="10120722" y="4465763"/>
              <a:ext cx="1044541" cy="1038780"/>
            </a:xfrm>
            <a:prstGeom prst="rect">
              <a:avLst/>
            </a:prstGeom>
          </p:spPr>
        </p:pic>
      </p:grpSp>
      <p:grpSp>
        <p:nvGrpSpPr>
          <p:cNvPr id="1012" name="그룹 1012"/>
          <p:cNvGrpSpPr/>
          <p:nvPr/>
        </p:nvGrpSpPr>
        <p:grpSpPr>
          <a:xfrm>
            <a:off x="14453162" y="5823477"/>
            <a:ext cx="1071192" cy="1065284"/>
            <a:chOff x="14453162" y="5823477"/>
            <a:chExt cx="1071192" cy="1065284"/>
          </a:xfrm>
        </p:grpSpPr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 rot="-15480000">
              <a:off x="14453162" y="5823477"/>
              <a:ext cx="1071192" cy="10652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47752" y="2912552"/>
            <a:ext cx="4596707" cy="481913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97073" y="4556435"/>
            <a:ext cx="2798963" cy="1469068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54394" y="5106869"/>
            <a:ext cx="2853359" cy="457421"/>
            <a:chOff x="4954394" y="5106869"/>
            <a:chExt cx="2853359" cy="4574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6200000">
              <a:off x="4954394" y="5106869"/>
              <a:ext cx="2853359" cy="45742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317897" y="5272538"/>
            <a:ext cx="2857678" cy="121765"/>
            <a:chOff x="9317897" y="5272538"/>
            <a:chExt cx="2857678" cy="121765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6200000">
              <a:off x="9317897" y="5272538"/>
              <a:ext cx="2857678" cy="121765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419842" y="4767706"/>
            <a:ext cx="1979149" cy="10998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66296" y="4649801"/>
            <a:ext cx="4225349" cy="2318111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7994" y="961146"/>
            <a:ext cx="5862757" cy="1341700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78967" y="1467720"/>
            <a:ext cx="2950502" cy="645112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360" y="619187"/>
            <a:ext cx="1871442" cy="185573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3071563"/>
            <a:ext cx="2607605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890211"/>
            <a:ext cx="3054243" cy="6915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3244" y="3897904"/>
            <a:ext cx="4116982" cy="798868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48487" y="3073840"/>
            <a:ext cx="1501756" cy="61957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545097" y="3671354"/>
            <a:ext cx="6562040" cy="993392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5519507" y="7148116"/>
            <a:ext cx="4410364" cy="925592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5561410" y="8173315"/>
            <a:ext cx="10729863" cy="18499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66296" y="4745039"/>
            <a:ext cx="9074320" cy="278626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7994" y="961146"/>
            <a:ext cx="5862757" cy="1341700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78967" y="1467720"/>
            <a:ext cx="2950502" cy="645112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360" y="619187"/>
            <a:ext cx="1871442" cy="185573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3071563"/>
            <a:ext cx="2607605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890211"/>
            <a:ext cx="3054243" cy="6915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3244" y="3897904"/>
            <a:ext cx="4116982" cy="798868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48487" y="3073840"/>
            <a:ext cx="1501756" cy="61957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545097" y="3671354"/>
            <a:ext cx="5731202" cy="9206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66172" y="4745039"/>
            <a:ext cx="9787197" cy="231281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7994" y="961146"/>
            <a:ext cx="5862757" cy="1341700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78967" y="1467720"/>
            <a:ext cx="2950502" cy="645112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360" y="619187"/>
            <a:ext cx="1871442" cy="185573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3071563"/>
            <a:ext cx="2607605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4890211"/>
            <a:ext cx="3054243" cy="691576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3244" y="3897904"/>
            <a:ext cx="4116982" cy="798868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48487" y="3073840"/>
            <a:ext cx="1807337" cy="61219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22" name="Object 21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545097" y="3671354"/>
            <a:ext cx="7333126" cy="9065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47752" y="2912552"/>
            <a:ext cx="4596707" cy="4819136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97073" y="4556435"/>
            <a:ext cx="3486516" cy="77069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954394" y="5106869"/>
            <a:ext cx="2853359" cy="457421"/>
            <a:chOff x="4954394" y="5106869"/>
            <a:chExt cx="2853359" cy="45742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6200000">
              <a:off x="4954394" y="5106869"/>
              <a:ext cx="2853359" cy="457421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9317897" y="5272538"/>
            <a:ext cx="2857678" cy="121765"/>
            <a:chOff x="9317897" y="5272538"/>
            <a:chExt cx="2857678" cy="121765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6200000">
              <a:off x="9317897" y="5272538"/>
              <a:ext cx="2857678" cy="121765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445239" y="4251963"/>
            <a:ext cx="3939986" cy="16506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8624172" y="4222571"/>
            <a:ext cx="5640888" cy="4906517"/>
            <a:chOff x="8624172" y="4222571"/>
            <a:chExt cx="5640888" cy="4906517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24172" y="4222571"/>
              <a:ext cx="5640888" cy="4906517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387994" y="961146"/>
            <a:ext cx="5351729" cy="134170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878967" y="1467720"/>
            <a:ext cx="2695921" cy="65463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00360" y="619187"/>
            <a:ext cx="1871442" cy="1855737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3071563"/>
            <a:ext cx="2607605" cy="691576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37788" y="3928211"/>
            <a:ext cx="3205281" cy="691576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23244" y="4754552"/>
            <a:ext cx="3815506" cy="798868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5548487" y="3073839"/>
            <a:ext cx="4031099" cy="629137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9810618" y="7097333"/>
            <a:ext cx="2949307" cy="1726240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0381294" y="4820524"/>
            <a:ext cx="2474485" cy="1969872"/>
            <a:chOff x="10381294" y="4820524"/>
            <a:chExt cx="2474485" cy="1969872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381294" y="4820524"/>
              <a:ext cx="2474485" cy="19698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87994" y="961146"/>
            <a:ext cx="5351729" cy="134170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8967" y="1467720"/>
            <a:ext cx="2695921" cy="654636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0360" y="619187"/>
            <a:ext cx="1871442" cy="1855737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7788" y="3071563"/>
            <a:ext cx="2607605" cy="69157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3928211"/>
            <a:ext cx="3205281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3244" y="4754552"/>
            <a:ext cx="3815506" cy="798868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48487" y="3073839"/>
            <a:ext cx="1501813" cy="61219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5554621" y="3680878"/>
            <a:ext cx="7653403" cy="798260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6436827" y="5142857"/>
            <a:ext cx="2435460" cy="2438594"/>
            <a:chOff x="6436827" y="5142857"/>
            <a:chExt cx="2435460" cy="2438594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36827" y="5142857"/>
              <a:ext cx="2435460" cy="2438594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0579029" y="5142857"/>
            <a:ext cx="2435460" cy="2438594"/>
            <a:chOff x="10579029" y="5142857"/>
            <a:chExt cx="2435460" cy="2438594"/>
          </a:xfrm>
        </p:grpSpPr>
        <p:pic>
          <p:nvPicPr>
            <p:cNvPr id="26" name="Object 2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579029" y="5142857"/>
              <a:ext cx="2435460" cy="2438594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14654906" y="5142857"/>
            <a:ext cx="2435460" cy="2438594"/>
            <a:chOff x="14654906" y="5142857"/>
            <a:chExt cx="2435460" cy="2438594"/>
          </a:xfrm>
        </p:grpSpPr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654906" y="5142857"/>
              <a:ext cx="2435460" cy="2438594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6788046" y="5543729"/>
            <a:ext cx="1684936" cy="1684936"/>
            <a:chOff x="6788046" y="5543729"/>
            <a:chExt cx="1684936" cy="1684936"/>
          </a:xfrm>
        </p:grpSpPr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88046" y="5543729"/>
              <a:ext cx="1684936" cy="1684936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6530768" y="7888490"/>
            <a:ext cx="2224478" cy="822478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1213741" y="5595371"/>
            <a:ext cx="1185084" cy="1556637"/>
            <a:chOff x="11213741" y="5595371"/>
            <a:chExt cx="1185084" cy="1556637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1213741" y="5595371"/>
              <a:ext cx="1185084" cy="1556637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15127513" y="5546431"/>
            <a:ext cx="1490245" cy="1631447"/>
            <a:chOff x="15127513" y="5546431"/>
            <a:chExt cx="1490245" cy="1631447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127513" y="5546431"/>
              <a:ext cx="1490245" cy="1631447"/>
            </a:xfrm>
            <a:prstGeom prst="rect">
              <a:avLst/>
            </a:prstGeom>
          </p:spPr>
        </p:pic>
      </p:grpSp>
      <p:pic>
        <p:nvPicPr>
          <p:cNvPr id="41" name="Object 40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672992" y="7888488"/>
            <a:ext cx="2106269" cy="823507"/>
          </a:xfrm>
          <a:prstGeom prst="rect">
            <a:avLst/>
          </a:prstGeom>
        </p:spPr>
      </p:pic>
      <p:pic>
        <p:nvPicPr>
          <p:cNvPr id="42" name="Object 41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4748802" y="7888488"/>
            <a:ext cx="2224602" cy="8235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87994" y="961146"/>
            <a:ext cx="5351729" cy="1341691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78967" y="1467720"/>
            <a:ext cx="2695921" cy="654636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0360" y="619187"/>
            <a:ext cx="1871442" cy="1855737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37788" y="3071563"/>
            <a:ext cx="2607605" cy="69157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7788" y="3928211"/>
            <a:ext cx="3205281" cy="691576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23244" y="4754552"/>
            <a:ext cx="3815506" cy="798868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548487" y="3073839"/>
            <a:ext cx="2796356" cy="61219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5378219" y="2356674"/>
            <a:ext cx="12450332" cy="43148"/>
            <a:chOff x="5378219" y="2356674"/>
            <a:chExt cx="12450332" cy="43148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78219" y="2356674"/>
              <a:ext cx="12450332" cy="4314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5358343" y="639654"/>
            <a:ext cx="12520386" cy="313458"/>
            <a:chOff x="5358343" y="639654"/>
            <a:chExt cx="12520386" cy="313458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58343" y="639654"/>
              <a:ext cx="12520386" cy="31345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23354" y="2221684"/>
            <a:ext cx="4407508" cy="313458"/>
            <a:chOff x="423354" y="2221684"/>
            <a:chExt cx="4407508" cy="31345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23354" y="2221684"/>
              <a:ext cx="4407508" cy="31345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93037" y="5222544"/>
            <a:ext cx="9271840" cy="43148"/>
            <a:chOff x="493037" y="5222544"/>
            <a:chExt cx="9271840" cy="43148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 rot="-16200000">
              <a:off x="493037" y="5222544"/>
              <a:ext cx="9271840" cy="4314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5707316" y="4222571"/>
            <a:ext cx="11822440" cy="4232673"/>
            <a:chOff x="5707316" y="4222571"/>
            <a:chExt cx="11822440" cy="4232673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07316" y="4222571"/>
              <a:ext cx="11822440" cy="4232673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5846061" y="5824108"/>
            <a:ext cx="10983399" cy="20636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3205962" y="6918536"/>
            <a:ext cx="11873789" cy="313458"/>
            <a:chOff x="3205962" y="6918536"/>
            <a:chExt cx="11873789" cy="31345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5962" y="6918536"/>
              <a:ext cx="11873789" cy="313458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56014" y="2899141"/>
            <a:ext cx="13598052" cy="4878519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3205962" y="3261690"/>
            <a:ext cx="11873789" cy="313458"/>
            <a:chOff x="3205962" y="3261690"/>
            <a:chExt cx="11873789" cy="313458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5962" y="3261690"/>
              <a:ext cx="11873789" cy="313458"/>
            </a:xfrm>
            <a:prstGeom prst="rect">
              <a:avLst/>
            </a:prstGeom>
          </p:spPr>
        </p:pic>
      </p:grpSp>
      <p:pic>
        <p:nvPicPr>
          <p:cNvPr id="9" name="Object 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26543" y="8650176"/>
            <a:ext cx="4672558" cy="5539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김유나</cp:lastModifiedBy>
  <cp:revision>1</cp:revision>
  <dcterms:created xsi:type="dcterms:W3CDTF">2022-06-03T00:21:33Z</dcterms:created>
  <dcterms:modified xsi:type="dcterms:W3CDTF">2022-06-02T15:22:20Z</dcterms:modified>
</cp:coreProperties>
</file>